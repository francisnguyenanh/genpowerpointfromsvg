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EC31E-4CBB-4E52-81CA-F257E03CE400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085DC-CF9B-47DD-A7E1-F2CF4D90D4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713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71D21C-BD5B-2D7A-E674-58B54C21C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0050AD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E7BA5CC-DF5E-7CA9-F582-B64F8077A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8229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513;p77">
            <a:extLst>
              <a:ext uri="{FF2B5EF4-FFF2-40B4-BE49-F238E27FC236}">
                <a16:creationId xmlns:a16="http://schemas.microsoft.com/office/drawing/2014/main" id="{9BB50FFD-E622-7827-3537-62465997E18A}"/>
              </a:ext>
            </a:extLst>
          </p:cNvPr>
          <p:cNvSpPr/>
          <p:nvPr userDrawn="1"/>
        </p:nvSpPr>
        <p:spPr>
          <a:xfrm>
            <a:off x="800100" y="5969906"/>
            <a:ext cx="635000" cy="889000"/>
          </a:xfrm>
          <a:custGeom>
            <a:avLst/>
            <a:gdLst/>
            <a:ahLst/>
            <a:cxnLst/>
            <a:rect l="l" t="t" r="r" b="b"/>
            <a:pathLst>
              <a:path w="635000" h="889000" extrusionOk="0">
                <a:moveTo>
                  <a:pt x="634987" y="0"/>
                </a:moveTo>
                <a:lnTo>
                  <a:pt x="0" y="0"/>
                </a:lnTo>
                <a:lnTo>
                  <a:pt x="0" y="889000"/>
                </a:lnTo>
                <a:lnTo>
                  <a:pt x="634987" y="889000"/>
                </a:lnTo>
                <a:lnTo>
                  <a:pt x="634987" y="0"/>
                </a:lnTo>
                <a:close/>
              </a:path>
            </a:pathLst>
          </a:custGeom>
          <a:solidFill>
            <a:srgbClr val="038F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FB91776-B6DB-783C-A98F-43A3A40C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530909"/>
            <a:ext cx="8897257" cy="638175"/>
          </a:xfrm>
        </p:spPr>
        <p:txBody>
          <a:bodyPr/>
          <a:lstStyle>
            <a:lvl1pPr>
              <a:defRPr sz="3600" b="1">
                <a:solidFill>
                  <a:srgbClr val="0050AD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6462A2-E179-CD1F-2325-ECD02215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278" y="6097326"/>
            <a:ext cx="475771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1E17CF95-4DD4-4157-94C8-B84DFF948AF9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Google Shape;1514;p77">
            <a:extLst>
              <a:ext uri="{FF2B5EF4-FFF2-40B4-BE49-F238E27FC236}">
                <a16:creationId xmlns:a16="http://schemas.microsoft.com/office/drawing/2014/main" id="{932C6CD4-65D7-D0A3-FABE-8F5F1385A56E}"/>
              </a:ext>
            </a:extLst>
          </p:cNvPr>
          <p:cNvSpPr/>
          <p:nvPr userDrawn="1"/>
        </p:nvSpPr>
        <p:spPr>
          <a:xfrm>
            <a:off x="1016000" y="508050"/>
            <a:ext cx="101600" cy="661035"/>
          </a:xfrm>
          <a:custGeom>
            <a:avLst/>
            <a:gdLst/>
            <a:ahLst/>
            <a:cxnLst/>
            <a:rect l="l" t="t" r="r" b="b"/>
            <a:pathLst>
              <a:path w="101600" h="661035" extrusionOk="0">
                <a:moveTo>
                  <a:pt x="101600" y="0"/>
                </a:moveTo>
                <a:lnTo>
                  <a:pt x="0" y="0"/>
                </a:lnTo>
                <a:lnTo>
                  <a:pt x="0" y="660869"/>
                </a:lnTo>
                <a:lnTo>
                  <a:pt x="101600" y="660869"/>
                </a:lnTo>
                <a:lnTo>
                  <a:pt x="101600" y="0"/>
                </a:lnTo>
                <a:close/>
              </a:path>
            </a:pathLst>
          </a:custGeom>
          <a:solidFill>
            <a:srgbClr val="0050A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9" name="Google Shape;1515;p77">
            <a:extLst>
              <a:ext uri="{FF2B5EF4-FFF2-40B4-BE49-F238E27FC236}">
                <a16:creationId xmlns:a16="http://schemas.microsoft.com/office/drawing/2014/main" id="{E17667C0-FA17-DDD5-B33F-646B6C985FFC}"/>
              </a:ext>
            </a:extLst>
          </p:cNvPr>
          <p:cNvGrpSpPr/>
          <p:nvPr userDrawn="1"/>
        </p:nvGrpSpPr>
        <p:grpSpPr>
          <a:xfrm>
            <a:off x="10253709" y="365109"/>
            <a:ext cx="1137685" cy="190220"/>
            <a:chOff x="14103318" y="507955"/>
            <a:chExt cx="1137685" cy="190220"/>
          </a:xfrm>
        </p:grpSpPr>
        <p:pic>
          <p:nvPicPr>
            <p:cNvPr id="10" name="Google Shape;1516;p77">
              <a:extLst>
                <a:ext uri="{FF2B5EF4-FFF2-40B4-BE49-F238E27FC236}">
                  <a16:creationId xmlns:a16="http://schemas.microsoft.com/office/drawing/2014/main" id="{3330AC6B-7310-05BC-7F68-224E365B9AA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103318" y="507955"/>
              <a:ext cx="505603" cy="190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517;p77">
              <a:extLst>
                <a:ext uri="{FF2B5EF4-FFF2-40B4-BE49-F238E27FC236}">
                  <a16:creationId xmlns:a16="http://schemas.microsoft.com/office/drawing/2014/main" id="{B124D184-E5C5-125F-B119-E38665773858}"/>
                </a:ext>
              </a:extLst>
            </p:cNvPr>
            <p:cNvSpPr/>
            <p:nvPr/>
          </p:nvSpPr>
          <p:spPr>
            <a:xfrm>
              <a:off x="14647913" y="560933"/>
              <a:ext cx="593090" cy="137160"/>
            </a:xfrm>
            <a:custGeom>
              <a:avLst/>
              <a:gdLst/>
              <a:ahLst/>
              <a:cxnLst/>
              <a:rect l="l" t="t" r="r" b="b"/>
              <a:pathLst>
                <a:path w="593090" h="137159" extrusionOk="0">
                  <a:moveTo>
                    <a:pt x="98272" y="723"/>
                  </a:moveTo>
                  <a:lnTo>
                    <a:pt x="97637" y="88"/>
                  </a:lnTo>
                  <a:lnTo>
                    <a:pt x="76530" y="88"/>
                  </a:lnTo>
                  <a:lnTo>
                    <a:pt x="75895" y="723"/>
                  </a:lnTo>
                  <a:lnTo>
                    <a:pt x="75895" y="97624"/>
                  </a:lnTo>
                  <a:lnTo>
                    <a:pt x="74142" y="104546"/>
                  </a:lnTo>
                  <a:lnTo>
                    <a:pt x="67132" y="114858"/>
                  </a:lnTo>
                  <a:lnTo>
                    <a:pt x="62458" y="117449"/>
                  </a:lnTo>
                  <a:lnTo>
                    <a:pt x="35560" y="117449"/>
                  </a:lnTo>
                  <a:lnTo>
                    <a:pt x="30911" y="114998"/>
                  </a:lnTo>
                  <a:lnTo>
                    <a:pt x="23977" y="105460"/>
                  </a:lnTo>
                  <a:lnTo>
                    <a:pt x="22199" y="99390"/>
                  </a:lnTo>
                  <a:lnTo>
                    <a:pt x="21983" y="91097"/>
                  </a:lnTo>
                  <a:lnTo>
                    <a:pt x="21361" y="90487"/>
                  </a:lnTo>
                  <a:lnTo>
                    <a:pt x="647" y="90487"/>
                  </a:lnTo>
                  <a:lnTo>
                    <a:pt x="0" y="91135"/>
                  </a:lnTo>
                  <a:lnTo>
                    <a:pt x="13449" y="127419"/>
                  </a:lnTo>
                  <a:lnTo>
                    <a:pt x="19697" y="131305"/>
                  </a:lnTo>
                  <a:lnTo>
                    <a:pt x="25946" y="135191"/>
                  </a:lnTo>
                  <a:lnTo>
                    <a:pt x="33147" y="137134"/>
                  </a:lnTo>
                  <a:lnTo>
                    <a:pt x="65506" y="137134"/>
                  </a:lnTo>
                  <a:lnTo>
                    <a:pt x="95427" y="109194"/>
                  </a:lnTo>
                  <a:lnTo>
                    <a:pt x="98272" y="89725"/>
                  </a:lnTo>
                  <a:lnTo>
                    <a:pt x="98272" y="723"/>
                  </a:lnTo>
                  <a:close/>
                </a:path>
                <a:path w="593090" h="137159" extrusionOk="0">
                  <a:moveTo>
                    <a:pt x="230898" y="136144"/>
                  </a:moveTo>
                  <a:lnTo>
                    <a:pt x="217792" y="102527"/>
                  </a:lnTo>
                  <a:lnTo>
                    <a:pt x="210489" y="83794"/>
                  </a:lnTo>
                  <a:lnTo>
                    <a:pt x="189318" y="29502"/>
                  </a:lnTo>
                  <a:lnTo>
                    <a:pt x="187807" y="25628"/>
                  </a:lnTo>
                  <a:lnTo>
                    <a:pt x="187807" y="83794"/>
                  </a:lnTo>
                  <a:lnTo>
                    <a:pt x="147281" y="83794"/>
                  </a:lnTo>
                  <a:lnTo>
                    <a:pt x="167551" y="29502"/>
                  </a:lnTo>
                  <a:lnTo>
                    <a:pt x="167741" y="29502"/>
                  </a:lnTo>
                  <a:lnTo>
                    <a:pt x="187807" y="83794"/>
                  </a:lnTo>
                  <a:lnTo>
                    <a:pt x="187807" y="25628"/>
                  </a:lnTo>
                  <a:lnTo>
                    <a:pt x="181876" y="10388"/>
                  </a:lnTo>
                  <a:lnTo>
                    <a:pt x="179209" y="3632"/>
                  </a:lnTo>
                  <a:lnTo>
                    <a:pt x="174421" y="254"/>
                  </a:lnTo>
                  <a:lnTo>
                    <a:pt x="157797" y="254"/>
                  </a:lnTo>
                  <a:lnTo>
                    <a:pt x="157276" y="622"/>
                  </a:lnTo>
                  <a:lnTo>
                    <a:pt x="105206" y="136144"/>
                  </a:lnTo>
                  <a:lnTo>
                    <a:pt x="105892" y="137147"/>
                  </a:lnTo>
                  <a:lnTo>
                    <a:pt x="127584" y="137134"/>
                  </a:lnTo>
                  <a:lnTo>
                    <a:pt x="128104" y="136766"/>
                  </a:lnTo>
                  <a:lnTo>
                    <a:pt x="140970" y="102527"/>
                  </a:lnTo>
                  <a:lnTo>
                    <a:pt x="194119" y="102527"/>
                  </a:lnTo>
                  <a:lnTo>
                    <a:pt x="206781" y="136766"/>
                  </a:lnTo>
                  <a:lnTo>
                    <a:pt x="207314" y="137134"/>
                  </a:lnTo>
                  <a:lnTo>
                    <a:pt x="230212" y="137134"/>
                  </a:lnTo>
                  <a:lnTo>
                    <a:pt x="230898" y="136144"/>
                  </a:lnTo>
                  <a:close/>
                </a:path>
                <a:path w="593090" h="137159" extrusionOk="0">
                  <a:moveTo>
                    <a:pt x="351193" y="34493"/>
                  </a:moveTo>
                  <a:lnTo>
                    <a:pt x="328917" y="2463"/>
                  </a:lnTo>
                  <a:lnTo>
                    <a:pt x="328828" y="30353"/>
                  </a:lnTo>
                  <a:lnTo>
                    <a:pt x="328828" y="57188"/>
                  </a:lnTo>
                  <a:lnTo>
                    <a:pt x="327266" y="61328"/>
                  </a:lnTo>
                  <a:lnTo>
                    <a:pt x="321017" y="67703"/>
                  </a:lnTo>
                  <a:lnTo>
                    <a:pt x="316839" y="69291"/>
                  </a:lnTo>
                  <a:lnTo>
                    <a:pt x="267462" y="69291"/>
                  </a:lnTo>
                  <a:lnTo>
                    <a:pt x="267462" y="19583"/>
                  </a:lnTo>
                  <a:lnTo>
                    <a:pt x="318058" y="19583"/>
                  </a:lnTo>
                  <a:lnTo>
                    <a:pt x="321818" y="20993"/>
                  </a:lnTo>
                  <a:lnTo>
                    <a:pt x="327418" y="26593"/>
                  </a:lnTo>
                  <a:lnTo>
                    <a:pt x="328828" y="30353"/>
                  </a:lnTo>
                  <a:lnTo>
                    <a:pt x="328828" y="2451"/>
                  </a:lnTo>
                  <a:lnTo>
                    <a:pt x="321716" y="685"/>
                  </a:lnTo>
                  <a:lnTo>
                    <a:pt x="313728" y="88"/>
                  </a:lnTo>
                  <a:lnTo>
                    <a:pt x="245732" y="88"/>
                  </a:lnTo>
                  <a:lnTo>
                    <a:pt x="245135" y="685"/>
                  </a:lnTo>
                  <a:lnTo>
                    <a:pt x="245097" y="136448"/>
                  </a:lnTo>
                  <a:lnTo>
                    <a:pt x="245732" y="137083"/>
                  </a:lnTo>
                  <a:lnTo>
                    <a:pt x="266827" y="137083"/>
                  </a:lnTo>
                  <a:lnTo>
                    <a:pt x="267462" y="136448"/>
                  </a:lnTo>
                  <a:lnTo>
                    <a:pt x="267462" y="88785"/>
                  </a:lnTo>
                  <a:lnTo>
                    <a:pt x="312000" y="88785"/>
                  </a:lnTo>
                  <a:lnTo>
                    <a:pt x="347497" y="69291"/>
                  </a:lnTo>
                  <a:lnTo>
                    <a:pt x="348488" y="67500"/>
                  </a:lnTo>
                  <a:lnTo>
                    <a:pt x="350507" y="60579"/>
                  </a:lnTo>
                  <a:lnTo>
                    <a:pt x="351193" y="52857"/>
                  </a:lnTo>
                  <a:lnTo>
                    <a:pt x="351193" y="34493"/>
                  </a:lnTo>
                  <a:close/>
                </a:path>
                <a:path w="593090" h="137159" extrusionOk="0">
                  <a:moveTo>
                    <a:pt x="469277" y="136029"/>
                  </a:moveTo>
                  <a:lnTo>
                    <a:pt x="456171" y="102412"/>
                  </a:lnTo>
                  <a:lnTo>
                    <a:pt x="448881" y="83680"/>
                  </a:lnTo>
                  <a:lnTo>
                    <a:pt x="427723" y="29387"/>
                  </a:lnTo>
                  <a:lnTo>
                    <a:pt x="426186" y="25450"/>
                  </a:lnTo>
                  <a:lnTo>
                    <a:pt x="426186" y="83680"/>
                  </a:lnTo>
                  <a:lnTo>
                    <a:pt x="385660" y="83680"/>
                  </a:lnTo>
                  <a:lnTo>
                    <a:pt x="405930" y="29387"/>
                  </a:lnTo>
                  <a:lnTo>
                    <a:pt x="406120" y="29387"/>
                  </a:lnTo>
                  <a:lnTo>
                    <a:pt x="426186" y="83680"/>
                  </a:lnTo>
                  <a:lnTo>
                    <a:pt x="426186" y="25450"/>
                  </a:lnTo>
                  <a:lnTo>
                    <a:pt x="420268" y="10274"/>
                  </a:lnTo>
                  <a:lnTo>
                    <a:pt x="417588" y="3517"/>
                  </a:lnTo>
                  <a:lnTo>
                    <a:pt x="412813" y="139"/>
                  </a:lnTo>
                  <a:lnTo>
                    <a:pt x="396176" y="139"/>
                  </a:lnTo>
                  <a:lnTo>
                    <a:pt x="395655" y="508"/>
                  </a:lnTo>
                  <a:lnTo>
                    <a:pt x="343585" y="136029"/>
                  </a:lnTo>
                  <a:lnTo>
                    <a:pt x="344271" y="137033"/>
                  </a:lnTo>
                  <a:lnTo>
                    <a:pt x="365963" y="137020"/>
                  </a:lnTo>
                  <a:lnTo>
                    <a:pt x="366483" y="136652"/>
                  </a:lnTo>
                  <a:lnTo>
                    <a:pt x="379349" y="102412"/>
                  </a:lnTo>
                  <a:lnTo>
                    <a:pt x="432498" y="102412"/>
                  </a:lnTo>
                  <a:lnTo>
                    <a:pt x="445160" y="136652"/>
                  </a:lnTo>
                  <a:lnTo>
                    <a:pt x="445693" y="137020"/>
                  </a:lnTo>
                  <a:lnTo>
                    <a:pt x="468604" y="137020"/>
                  </a:lnTo>
                  <a:lnTo>
                    <a:pt x="469277" y="136029"/>
                  </a:lnTo>
                  <a:close/>
                </a:path>
                <a:path w="593090" h="137159" extrusionOk="0">
                  <a:moveTo>
                    <a:pt x="593001" y="635"/>
                  </a:moveTo>
                  <a:lnTo>
                    <a:pt x="592378" y="0"/>
                  </a:lnTo>
                  <a:lnTo>
                    <a:pt x="571855" y="0"/>
                  </a:lnTo>
                  <a:lnTo>
                    <a:pt x="571207" y="635"/>
                  </a:lnTo>
                  <a:lnTo>
                    <a:pt x="571207" y="99402"/>
                  </a:lnTo>
                  <a:lnTo>
                    <a:pt x="503961" y="622"/>
                  </a:lnTo>
                  <a:lnTo>
                    <a:pt x="503262" y="0"/>
                  </a:lnTo>
                  <a:lnTo>
                    <a:pt x="484886" y="0"/>
                  </a:lnTo>
                  <a:lnTo>
                    <a:pt x="484098" y="0"/>
                  </a:lnTo>
                  <a:lnTo>
                    <a:pt x="483463" y="635"/>
                  </a:lnTo>
                  <a:lnTo>
                    <a:pt x="483463" y="136461"/>
                  </a:lnTo>
                  <a:lnTo>
                    <a:pt x="484098" y="137096"/>
                  </a:lnTo>
                  <a:lnTo>
                    <a:pt x="504621" y="137096"/>
                  </a:lnTo>
                  <a:lnTo>
                    <a:pt x="505256" y="136461"/>
                  </a:lnTo>
                  <a:lnTo>
                    <a:pt x="505256" y="37846"/>
                  </a:lnTo>
                  <a:lnTo>
                    <a:pt x="572325" y="136474"/>
                  </a:lnTo>
                  <a:lnTo>
                    <a:pt x="573024" y="137096"/>
                  </a:lnTo>
                  <a:lnTo>
                    <a:pt x="592378" y="137096"/>
                  </a:lnTo>
                  <a:lnTo>
                    <a:pt x="593001" y="136461"/>
                  </a:lnTo>
                  <a:lnTo>
                    <a:pt x="593001" y="635"/>
                  </a:lnTo>
                  <a:close/>
                </a:path>
              </a:pathLst>
            </a:custGeom>
            <a:solidFill>
              <a:srgbClr val="0390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13" name="Google Shape;1519;p77">
            <a:extLst>
              <a:ext uri="{FF2B5EF4-FFF2-40B4-BE49-F238E27FC236}">
                <a16:creationId xmlns:a16="http://schemas.microsoft.com/office/drawing/2014/main" id="{C2F7AD6E-DF90-DB99-4BF6-5D2FBC23C9D5}"/>
              </a:ext>
            </a:extLst>
          </p:cNvPr>
          <p:cNvSpPr txBox="1">
            <a:spLocks/>
          </p:cNvSpPr>
          <p:nvPr userDrawn="1"/>
        </p:nvSpPr>
        <p:spPr>
          <a:xfrm>
            <a:off x="1556896" y="6176979"/>
            <a:ext cx="3970779" cy="2058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0950" rIns="0" bIns="0" rtlCol="0" anchor="t" anchorCtr="0">
            <a:spAutoFit/>
          </a:bodyPr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l">
              <a:buSzPts val="1400"/>
            </a:pPr>
            <a:r>
              <a:rPr lang="en-US" dirty="0">
                <a:latin typeface="Meiryo"/>
                <a:ea typeface="Meiryo"/>
                <a:cs typeface="Meiryo"/>
                <a:sym typeface="Meiryo"/>
              </a:rPr>
              <a:t>Copyright © 2026 VTI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6805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59444E-6FE4-84E4-4267-BFB1AB9AE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0155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rgbClr val="0050AD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80B594-D9F5-63F1-CC2A-8D5296EB2E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EE5BC9-06AF-9A93-74D7-6F25C66783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881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メイリオ</vt:lpstr>
      <vt:lpstr>游ゴシック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dev.11</dc:creator>
  <cp:lastModifiedBy>dev.11</cp:lastModifiedBy>
  <cp:revision>5</cp:revision>
  <dcterms:created xsi:type="dcterms:W3CDTF">2026-03-04T02:57:01Z</dcterms:created>
  <dcterms:modified xsi:type="dcterms:W3CDTF">2026-03-04T04:33:55Z</dcterms:modified>
</cp:coreProperties>
</file>